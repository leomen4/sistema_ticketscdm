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8288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  <a:latin typeface="Segoe UI"/>
              </a:defRPr>
            </a:pPr>
            <a:r>
              <a:t>GRUPO CDM • DEPARTAMENTO DE SISTEMAS E INFRAESTRUCTURA TI</a:t>
            </a:r>
          </a:p>
          <a:p>
            <a:pPr>
              <a:spcBef>
                <a:spcPts val="1400"/>
              </a:spcBef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Manual de Usuario del Sistema de Tickets</a:t>
            </a:r>
          </a:p>
          <a:p>
            <a:pPr>
              <a:spcBef>
                <a:spcPts val="800"/>
              </a:spcBef>
              <a:defRPr sz="2000">
                <a:solidFill>
                  <a:srgbClr val="94A3B8"/>
                </a:solidFill>
                <a:latin typeface="Segoe UI"/>
              </a:defRPr>
            </a:pPr>
            <a:r>
              <a:t>Guía Visual y Tutorial Paso a Paso para Colaboradores</a:t>
            </a:r>
          </a:p>
          <a:p>
            <a:pPr>
              <a:spcBef>
                <a:spcPts val="2000"/>
              </a:spcBef>
              <a:defRPr sz="1300" b="1">
                <a:solidFill>
                  <a:srgbClr val="FCA5A5"/>
                </a:solidFill>
                <a:latin typeface="Segoe UI"/>
              </a:defRPr>
            </a:pPr>
            <a:r>
              <a:t>Creado por Leonardo Mena Landa para el Departamento de Sistemas de Grupo CDM.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Aprende a reportar fallas, dar seguimiento en tiempo real, agendar citas con TI y chatear con los técnicos vía Web y Discord.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ACCESO AL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1: Acceso e Inicio de Sesión en la Plataforma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Ingresar al enlace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Abre tu navegador de internet y dirígete al enlace oficial del sistema de soporte.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Correo corporativo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Escribe tu correo institucional de Grupo CDM asignado a tu cuenta.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Contraseña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Ingresa tu contraseña oficial comunicada por el Departamento de Sistemas.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Resolver Captcha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Escribe el resultado de la pequeña suma matemática de seguridad para ingresar.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47973" y="2286000"/>
            <a:ext cx="5295747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2 / 10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5E4F88F8-A3D9-0E3C-CAEC-BE84A40A9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098" y="2313433"/>
            <a:ext cx="2411804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PANEL DEL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2: Conociendo tu Panel Principal de Solicitudes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1. Saludo y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En la parte superior verás tu nombre completo, puesto y área corporativa.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2. </a:t>
            </a:r>
            <a:r>
              <a:rPr lang="es-ES" dirty="0"/>
              <a:t>Apartado para la generación de un ticket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rPr lang="es-ES" dirty="0"/>
              <a:t>Botón destacado en rojo arriba a la derecha para levantar una nueva solicitud.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3. </a:t>
            </a:r>
            <a:r>
              <a:rPr dirty="0" err="1"/>
              <a:t>Tabla</a:t>
            </a:r>
            <a:r>
              <a:rPr dirty="0"/>
              <a:t> de solicitudes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Lista detallada con todos los tickets que has levantado y su estatus actual.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Base de guías (FAQ)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3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rPr dirty="0" err="1"/>
              <a:t>Accesos</a:t>
            </a:r>
            <a:r>
              <a:rPr dirty="0"/>
              <a:t> </a:t>
            </a:r>
            <a:r>
              <a:rPr dirty="0" err="1"/>
              <a:t>directos</a:t>
            </a:r>
            <a:r>
              <a:rPr dirty="0"/>
              <a:t> a </a:t>
            </a:r>
            <a:r>
              <a:rPr dirty="0" err="1"/>
              <a:t>soluciones</a:t>
            </a:r>
            <a:r>
              <a:rPr dirty="0"/>
              <a:t> </a:t>
            </a:r>
            <a:r>
              <a:rPr dirty="0" err="1"/>
              <a:t>rápidas</a:t>
            </a:r>
            <a:r>
              <a:rPr dirty="0"/>
              <a:t> para </a:t>
            </a:r>
            <a:r>
              <a:rPr dirty="0" err="1"/>
              <a:t>problemas</a:t>
            </a:r>
            <a:r>
              <a:rPr dirty="0"/>
              <a:t> </a:t>
            </a:r>
            <a:r>
              <a:rPr dirty="0" err="1"/>
              <a:t>comunes</a:t>
            </a:r>
            <a:r>
              <a:rPr lang="es-ES" dirty="0"/>
              <a:t>. 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3 / 10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A8886D3C-F3AD-EB45-BC4F-D2C9340B9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803" y="2432304"/>
            <a:ext cx="8794394" cy="39044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CREACIÓN DE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3: Cómo Levantar un Ticket de Soporte Paso a Paso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1. </a:t>
            </a:r>
            <a:r>
              <a:rPr lang="es-ES" dirty="0"/>
              <a:t>Título de la falla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3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rPr lang="es-ES" dirty="0"/>
              <a:t>Escribe un texto breve de la falla (ejemplo “problema con monitor”)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Tipo de Falla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rPr dirty="0"/>
              <a:t>Elige la </a:t>
            </a:r>
            <a:r>
              <a:rPr dirty="0" err="1"/>
              <a:t>categoría</a:t>
            </a:r>
            <a:r>
              <a:rPr dirty="0"/>
              <a:t> del </a:t>
            </a:r>
            <a:r>
              <a:rPr dirty="0" err="1"/>
              <a:t>problema</a:t>
            </a:r>
            <a:r>
              <a:rPr dirty="0"/>
              <a:t> (</a:t>
            </a:r>
            <a:r>
              <a:rPr dirty="0" err="1"/>
              <a:t>Conectividad</a:t>
            </a:r>
            <a:r>
              <a:rPr dirty="0"/>
              <a:t>, </a:t>
            </a:r>
            <a:r>
              <a:rPr dirty="0" err="1"/>
              <a:t>Periféricos</a:t>
            </a:r>
            <a:r>
              <a:rPr dirty="0"/>
              <a:t>, PC o </a:t>
            </a:r>
            <a:r>
              <a:rPr dirty="0" err="1"/>
              <a:t>Programas</a:t>
            </a:r>
            <a:r>
              <a:rPr dirty="0"/>
              <a:t>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Describir falla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rPr dirty="0" err="1"/>
              <a:t>Explica</a:t>
            </a:r>
            <a:r>
              <a:rPr dirty="0"/>
              <a:t> </a:t>
            </a:r>
            <a:r>
              <a:rPr dirty="0" err="1"/>
              <a:t>detalladamente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síntoma</a:t>
            </a:r>
            <a:r>
              <a:rPr dirty="0"/>
              <a:t> </a:t>
            </a:r>
            <a:r>
              <a:rPr dirty="0" err="1"/>
              <a:t>presenta</a:t>
            </a:r>
            <a:r>
              <a:rPr dirty="0"/>
              <a:t> </a:t>
            </a:r>
            <a:r>
              <a:rPr dirty="0" err="1"/>
              <a:t>tu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o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mensaje</a:t>
            </a:r>
            <a:r>
              <a:rPr dirty="0"/>
              <a:t> de error sale.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Adjuntar foto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Sube una foto o captura de pantalla del error para agilizar el diagnóstico técnico.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4 / 10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E8230B4F-7F2D-0B2C-3538-844CE5921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37" y="2770632"/>
            <a:ext cx="10040326" cy="30367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SEGUIMIENTO Y CITAS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4: Identificando Estatus de Atención y Citas Programadas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Nuevo Ticket (Gris)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Tu reporte ya fue recibido por Sistemas y está en espera de asignación.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En Proceso (Amarillo)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Un técnico del departamento de Sistemas ya está trabajando en tu solicitud.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Pendiente / Cita (Azul)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Sistemas agendó una cita presencial contigo o espera una pieza de hardware.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Resuelto (Verde)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La incidencia fue solucionada formalmente y el reporte ha sido cerrado.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BÚSQUEDA Y FILTROS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5: Filtros Multi-Estatus y Búsqueda Rápida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Clic para deseleccionar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Haz clic en cualquier estatus arriba de la tabla para ocultar o mostrar esos tickets.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Combinar filtros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Puedes dejar encendidos varios estatus a la vez para ver solo lo que te interesa.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Buscar por texto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Escribe en la caja de búsqueda el folio (#), una palabra clave o el asunto.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Restablecer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Haz clic en 'Mostrar todos' para ver nuevamente todas tus solicitudes en pantalla.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📷 </a:t>
            </a:r>
            <a:r>
              <a:rPr sz="1050" b="1">
                <a:solidFill>
                  <a:srgbClr val="DC2626"/>
                </a:solidFill>
                <a:latin typeface="Segoe UI"/>
              </a:rPr>
              <a:t>PEGAR AQUÍ CAPTURA DE PANTALLA: BARRA DE FILTROS Y BÚSQUEDA ACTIVA</a:t>
            </a:r>
          </a:p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👉 Evidencia a capturar: Captura de la barra de filtros mostrando un estatus deseleccionado y el buscador en uso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7985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ESPACIO HORIZONTAL AMPLIO PARA EVIDENCIA GRÁFICA (16:9)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Haz clic en este recuadro y presiona [Ctrl + V] para pegar tu captura completa en tamaño grande y nítido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COMUNICACIÓN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6: Cómo Chatear en Tiempo Real con el Técnico (Web)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Abrir tu ticket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Haz clic en 'Ver Detalle' o en el número de folio de tu ticket en la tabla.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Pestaña de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En la parte inferior encontrarás la ventana de chat directo con el técnico.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Enviar mensajes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Escribe respuestas o información adicional que el técnico de Sistemas te solicite.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Compartir fotos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Adjunta fotos del equipo o de errores para que el técnico te asesore en vivo.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📷 </a:t>
            </a:r>
            <a:r>
              <a:rPr sz="1050" b="1">
                <a:solidFill>
                  <a:srgbClr val="DC2626"/>
                </a:solidFill>
                <a:latin typeface="Segoe UI"/>
              </a:rPr>
              <a:t>PEGAR AQUÍ CAPTURA DE PANTALLA: CHAT DE SOPORTE EN TIEMPO REAL</a:t>
            </a:r>
          </a:p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👉 Evidencia a capturar: Captura de la ventana de chat dentro del ticket mostrando la conversación con el personal de Sistemas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7985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ESPACIO HORIZONTAL AMPLIO PARA EVIDENCIA GRÁFICA (16:9)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Haz clic en este recuadro y presiona [Ctrl + V] para pegar tu captura completa en tamaño grande y nítido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CANAL DISCORD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7: Seguimiento Simultáneo en Discord (#tickets-soporte)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Canal de soporte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Entra al canal oficial '# tickets-soporte' en el servidor de Discord de Grupo CDM.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Hilo de tu ticket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Cada ticket crea su propio hilo dedicado: ticket-[ID]-[titulo].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Chat espejo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Todo lo que el técnico escribe en Discord lo ves en la Web y viceversa.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Consultar resueltos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Haz clic en el carrete de hilo (🧵) arriba a la derecha para ver tickets archivados.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📷 </a:t>
            </a:r>
            <a:r>
              <a:rPr sz="1050" b="1">
                <a:solidFill>
                  <a:srgbClr val="DC2626"/>
                </a:solidFill>
                <a:latin typeface="Segoe UI"/>
              </a:rPr>
              <a:t>PEGAR AQUÍ CAPTURA DE PANTALLA: CANAL DE DISCORD E HILOS DE SOPORTE</a:t>
            </a:r>
          </a:p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👉 Evidencia a capturar: Captura de Discord mostrando el canal #tickets-soporte, el hilo del ticket y el botón de carrete (🧵)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7985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ESPACIO HORIZONTAL AMPLIO PARA EVIDENCIA GRÁFICA (16:9)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Haz clic en este recuadro y presiona [Ctrl + V] para pegar tu captura completa en tamaño grande y nítido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CIERRE DE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8: ¿Qué Sucede Cuando tu Ticket se Resuelve?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Notificación correo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Recibirás un correo oficial confirmando que tu ticket fue marcado como 'Resuelto'.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Técnico que atendió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El correo y el panel web indican el nombre del técnico de Sistemas responsable.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Diagnóstico técnico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Podrás leer la causa del problema y las acciones que se realizaron para solucionarlo.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Equipo nuevo (si aplica)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Si te cambiaron una pieza o PC, se especifica el modelo y número de serie.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📷 </a:t>
            </a:r>
            <a:r>
              <a:rPr sz="1050" b="1">
                <a:solidFill>
                  <a:srgbClr val="DC2626"/>
                </a:solidFill>
                <a:latin typeface="Segoe UI"/>
              </a:rPr>
              <a:t>PEGAR AQUÍ CAPTURA DE PANTALLA: CORREO Y DIAGNÓSTICO DE RESOLUCIÓN</a:t>
            </a:r>
          </a:p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👉 Evidencia a capturar: Captura del correo de resolución recibido o de la nota técnica de solución en la plataforma web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7985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ESPACIO HORIZONTAL AMPLIO PARA EVIDENCIA GRÁFICA (16:9)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Haz clic en este recuadro y presiona [Ctrl + V] para pegar tu captura completa en tamaño grande y nítido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MESA DE AYUDA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Resumen: Canales Oficiales y Buenas Prácticas de Soporte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Plataforma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https://sistema-ticketscdm.onrender.com/ (Canal principal de reportes)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Canal de Discord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Servidor Grupo CDM • Canal #tickets-soporte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Correo de Sistemas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sistemas1@grupo-cdm.mx (Notificaciones y soporte)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Atención Personal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Departamento de Sistemas • Grupo CDM (Extensión TI)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📷 </a:t>
            </a:r>
            <a:r>
              <a:rPr sz="1050" b="1">
                <a:solidFill>
                  <a:srgbClr val="DC2626"/>
                </a:solidFill>
                <a:latin typeface="Segoe UI"/>
              </a:rPr>
              <a:t>PEGAR AQUÍ CAPTURA DE PANTALLA: VISTA FINAL DEL SISTEMA Y GUÍAS RÁPIDAS</a:t>
            </a:r>
          </a:p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👉 Evidencia a capturar: Captura de la sección de Guías Rápidas / FAQ en tu panel de colaborador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7985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ESPACIO HORIZONTAL AMPLIO PARA EVIDENCIA GRÁFICA (16:9)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Haz clic en este recuadro y presiona [Ctrl + V] para pegar tu captura completa en tamaño grande y nítido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1471</Words>
  <Application>Microsoft Office PowerPoint</Application>
  <PresentationFormat>Panorámica</PresentationFormat>
  <Paragraphs>171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SISTEMAS CDM</cp:lastModifiedBy>
  <cp:revision>2</cp:revision>
  <dcterms:created xsi:type="dcterms:W3CDTF">2013-01-27T09:14:16Z</dcterms:created>
  <dcterms:modified xsi:type="dcterms:W3CDTF">2026-10-28T15:54:51Z</dcterms:modified>
  <cp:category/>
</cp:coreProperties>
</file>